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19d5531d1_1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e19d5531d1_1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0" y="0"/>
            <a:ext cx="1008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lang="ru-RU" sz="4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Тиражная лотерея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4140000" y="3420000"/>
            <a:ext cx="5760000" cy="14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Кейс: 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Команда: 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Сценарий: 1. Базовая лотерея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0" y="5040000"/>
            <a:ext cx="10080000" cy="63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Москва 2026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360000" y="1559880"/>
            <a:ext cx="54000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Участники: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Скотников Александр (lead)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Петренко Егор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Шарыкин Александр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Кондрахин Сергей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Кошевой Иван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Пичугин Тимофей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772720" y="74160"/>
            <a:ext cx="7307280" cy="125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lang="ru-RU" sz="4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Архитектура приложения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3240000" y="1080000"/>
            <a:ext cx="6840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Слои и технологический стек: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Язык: Java 17 (JDK)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Build: Maven 3.9.9, Maven-wrapper-3.3.4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 фреймворк: Javalin 6.1.3 (без Spring)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ORM фреймворк: Hibernate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Вспомогательные библиотеки: Lombok, Jsonwebtoken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СУБД: PostgreSQL 18.3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616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Контейнеризация: Docker + Docker Compose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90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0"/>
            <a:ext cx="277272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6840000" y="94680"/>
            <a:ext cx="3240000" cy="3205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Статусы таблиы draws: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62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1049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25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Статусы таблицы tickets: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62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PENDING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1049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1049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25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Роли в таблице users: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62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6000" lvl="0" marL="216000" marR="0" rtl="0" algn="l">
              <a:spcBef>
                <a:spcPts val="1049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ru-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25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0000" cy="491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0000" y="3049200"/>
            <a:ext cx="4860000" cy="26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0" y="4917240"/>
            <a:ext cx="5220000" cy="75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6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↑Модель данных→</a:t>
            </a:r>
            <a:endParaRPr b="0" sz="2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/>
        </p:nvSpPr>
        <p:spPr>
          <a:xfrm>
            <a:off x="13" y="191825"/>
            <a:ext cx="100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>
                <a:latin typeface="Times New Roman"/>
                <a:ea typeface="Times New Roman"/>
                <a:cs typeface="Times New Roman"/>
                <a:sym typeface="Times New Roman"/>
              </a:rPr>
              <a:t>Инфраструктура</a:t>
            </a:r>
            <a:endParaRPr b="0" sz="2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5250"/>
            <a:ext cx="9775823" cy="4569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000" y="564840"/>
            <a:ext cx="3240000" cy="510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0000" y="1875600"/>
            <a:ext cx="3085920" cy="37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/>
        </p:nvSpPr>
        <p:spPr>
          <a:xfrm>
            <a:off x="1080000" y="0"/>
            <a:ext cx="3240000" cy="56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Жизненный цикл тиража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1080000" y="360"/>
            <a:ext cx="3240000" cy="56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Жизненный цикл тиража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5940000" y="1260000"/>
            <a:ext cx="3060000" cy="56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Жизненный цикл билета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360000" y="720000"/>
            <a:ext cx="9720000" cy="49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/api/auth/register — регистрация пользователя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/api/auth/login — вход админа/пользователя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/api/draws (ADMIN only) — создание тиража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/api/draws/active — получение списка активных тиражей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/api/draws/{drawId}/complete (ADMIN only) — завершение тиража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/api/draws/{drawId}/result — получение результата тиража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/api/draws/{drawId}/tickets?status=WIN/LOSE/PENDING (ADMIN) — список билетов по статусу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/api/tickets (USER only) — создание билета</a:t>
            </a:r>
            <a:br>
              <a:rPr lang="ru-RU" sz="1800"/>
            </a:br>
            <a:br>
              <a:rPr lang="ru-RU" sz="1800"/>
            </a:br>
            <a:r>
              <a:rPr b="0" lang="ru-RU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/api/tickets/{ticketId}/result — проверка результата билета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0" y="0"/>
            <a:ext cx="1008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3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Запросы к API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/>
        </p:nvSpPr>
        <p:spPr>
          <a:xfrm>
            <a:off x="0" y="0"/>
            <a:ext cx="10080000" cy="56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3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